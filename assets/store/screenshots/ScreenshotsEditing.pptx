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DAC7"/>
    <a:srgbClr val="1D3330"/>
    <a:srgbClr val="25C6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D39A-0623-0252-E174-BCC2F0709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311F3-CB9A-A92B-0A8E-B10B4D2A3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93DBD-B875-78D4-D2A1-875A163A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50F1D-E229-3567-F4EF-996B5789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87CBC-6482-1859-67F7-1048B197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249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1196-34D0-097F-80B7-027E9E06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CC036-E257-E1D7-CF33-5B989F812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CD14-FFB9-D28B-2FB8-357445D5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8499C-A176-1179-6BC7-F0077249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FEFC1-4ACE-D287-72C5-8A2D9F8C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5376-CAC1-EC69-F223-2AAC5A45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5F677-8C04-DDF8-CF9F-706DE06EB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7C844-DF0A-BEF5-1530-F2DA840F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3F932-AAFA-35BB-4B34-015464A3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15827-1DF9-53B9-1448-658C0064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807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CDA11-5E92-1F0B-D115-D28BA44D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997D2-1E89-1371-D14F-C9325954D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BACE8-3EC6-0409-7E4A-DD69178CD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D5ED-CC93-9C4C-97D7-31C81264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1051-94B5-86DD-1AA7-69B6E0A3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33598-8B59-AB5B-AB38-D40E93CA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28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26C7-130A-57A0-AA71-DF2773AA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0B40A-BE54-2581-8788-4A53F5078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D33F5-F2DF-5A8D-85BB-B021DCCC5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F72EC8-0AD1-191B-D359-7458EF5DAE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899643-31BD-B1D2-25F3-9EC8513234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200B7-DA28-91A3-4EE9-59A9718A0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7CEA4F-CD87-B3E5-4568-02D8E32F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6A757-C280-E1FC-ED02-7D5555E3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45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2C18-9540-CDE7-B248-1D5DED269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894E8-0552-726D-41BC-6183E91D4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93095-E884-8A8A-547D-A115A9148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D6B5-0D95-EC97-FD9D-131F3976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34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05693-4B35-8554-3947-F850DB42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64C67-8077-A22D-C1C9-DA298CD77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51B37-3BAF-03B3-07C0-7C34CFD3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32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7BA0-84B7-A598-BBD8-2E90BD4EA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2C36F-4ADF-6D3F-E672-C5AD9E3AA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29966-CDDC-8FDC-E903-6EAE65310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B3BED-FB62-A9E5-7194-03C9E1E85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D8F17-6CEF-38EC-1A6F-DEF5DB9E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C6C0-CFD2-5F53-4C1B-445DAEF2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3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355A-35FF-132D-1899-4F637D98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A3D16F-764C-A7A7-7C22-2247099FA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BF5C2-B920-9E9E-4CFE-0821FA40C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CB85F-A5D0-459A-7CB3-6A24CE82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A279E-E6CA-AF8D-5908-254074F6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D49B6-179D-E823-E175-4972E5C70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2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57DD-C783-098A-3459-96A0EE41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64599-17C0-11DB-0F48-65302ACD6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07DB-8F32-A263-772C-7E36E56E3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7DBCE-EAC2-89F9-20DD-25CD2104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8DF7-3930-F858-F38C-9262BA32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96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3CA8B1-8BAF-EB33-5BF6-D6A2FC6511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586F9E-D292-027D-7A51-B7F7804D5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38B6-36EF-BE6A-D686-290A61BB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36E99-6BF5-5E1A-AF0C-68670FA6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50929-59CE-344E-DCAA-51B6AE32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81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0F5CA-EFD0-A5D8-B420-96E39039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D5BE2-118F-74AB-F3E7-FAC00E955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8B80F-15B7-445F-FFCB-C8DDFC3A5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E673-499A-4B8B-AD4B-60BFE842AB12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8CB78-82BB-386E-43E5-85048C1BC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9218-CAA4-B402-0B78-F02D796B9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B1DD5-5402-4E79-97E1-7619AE54C4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68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8E86-450D-3F9A-2CB6-E6F664E5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FBFB1984-9C9B-F3E7-7390-549D40B8518C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86E5E20-2996-02A8-B592-EE9AE3F36EF1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2C0DC7-C7F0-CC6C-543C-7BEB05F5A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07" b="4607"/>
            <a:stretch/>
          </p:blipFill>
          <p:spPr>
            <a:xfrm rot="21356000">
              <a:off x="4724478" y="707587"/>
              <a:ext cx="2584728" cy="5076708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CB2D91-CEE7-ADEC-7A58-7EAFB145DD23}"/>
                </a:ext>
              </a:extLst>
            </p:cNvPr>
            <p:cNvSpPr txBox="1"/>
            <p:nvPr/>
          </p:nvSpPr>
          <p:spPr>
            <a:xfrm>
              <a:off x="4411528" y="622327"/>
              <a:ext cx="311237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Every calculator keeps its own display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30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2731-585A-4F63-C99C-EC5462A2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1314CAA-3BE3-9E68-99C7-74F42DAE4B29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36C4ED-F65E-E786-081E-B50C8F9953A0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6DD2D8-EACC-4C11-D3B2-4688D06F6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16" b="4716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11DCE0-AC80-5408-F949-43513779C91A}"/>
                </a:ext>
              </a:extLst>
            </p:cNvPr>
            <p:cNvSpPr txBox="1"/>
            <p:nvPr/>
          </p:nvSpPr>
          <p:spPr>
            <a:xfrm>
              <a:off x="4347713" y="586718"/>
              <a:ext cx="3240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Name them, color them, switch in a tap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27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349C7-CF9F-EFE9-5949-1BE3868E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D7524B8-C5B5-B435-D8B0-3A6027553E33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EA02ED-D64F-C814-F3C0-C7C01C1F41EF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26B8A35-C528-713A-FFC2-654784ABC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07" b="4607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B438D8-6E58-01C6-D429-319E7E002800}"/>
                </a:ext>
              </a:extLst>
            </p:cNvPr>
            <p:cNvSpPr txBox="1"/>
            <p:nvPr/>
          </p:nvSpPr>
          <p:spPr>
            <a:xfrm>
              <a:off x="4389079" y="634105"/>
              <a:ext cx="3157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Any color you like, not a fixed set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103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4C519-4A4F-F507-CC5A-CE28F978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F0FEB7-4977-A8E1-E8B2-1E5468BB7010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26061E-3134-A6EC-D4C0-B5FA1672CDBD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B1A6C7-20B4-77A3-52E5-0F2125A08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16" b="4716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414ECD4-BC31-8B82-B03A-FD6C772586A0}"/>
                </a:ext>
              </a:extLst>
            </p:cNvPr>
            <p:cNvSpPr txBox="1"/>
            <p:nvPr/>
          </p:nvSpPr>
          <p:spPr>
            <a:xfrm>
              <a:off x="4389079" y="595344"/>
              <a:ext cx="31572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A separate history tape for each one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332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167E-A502-0785-319D-3E887AC5B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B129116-F2AC-01DA-0C4D-7DA0940ED8C3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C2FCA8A-DFDA-D7A4-0B23-9C36CC22A088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44F94A-BFFC-84F7-0DCD-572C47EED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16" b="4716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A7255EE-112D-F55A-E91C-7CBC444BF74A}"/>
                </a:ext>
              </a:extLst>
            </p:cNvPr>
            <p:cNvSpPr txBox="1"/>
            <p:nvPr/>
          </p:nvSpPr>
          <p:spPr>
            <a:xfrm>
              <a:off x="4389079" y="634105"/>
              <a:ext cx="3157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Export and import your history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183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F5A1-62B0-A18C-A228-50CAD80B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182C85D-006C-3D89-4C7B-E7CC1D7DD03F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06BBC4D-7482-F4DF-B870-7EA4E2FBE401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8797C8-BDC6-9D77-D032-514BA6F1A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16" b="4716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39DE262-6A91-BFAC-2636-72AAB02B6E32}"/>
                </a:ext>
              </a:extLst>
            </p:cNvPr>
            <p:cNvSpPr txBox="1"/>
            <p:nvPr/>
          </p:nvSpPr>
          <p:spPr>
            <a:xfrm>
              <a:off x="4389079" y="634105"/>
              <a:ext cx="3157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Turn it into a scientific calculator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3134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D79DF-FC47-6BD4-E225-FE375413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A4D12A-F2A8-C251-F7AB-3AA1DC741D83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6CDB12-96B0-25EA-441E-4750ACF78B4B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F62CE7-CBEC-2433-EF5B-C1941DFBD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41" r="6822" b="4641"/>
            <a:stretch>
              <a:fillRect/>
            </a:stretch>
          </p:blipFill>
          <p:spPr>
            <a:xfrm rot="21356000">
              <a:off x="4704445" y="700746"/>
              <a:ext cx="2434949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3B70C92-9AB3-1616-EB9F-D1B4BA8FAA79}"/>
                </a:ext>
              </a:extLst>
            </p:cNvPr>
            <p:cNvSpPr txBox="1"/>
            <p:nvPr/>
          </p:nvSpPr>
          <p:spPr>
            <a:xfrm>
              <a:off x="4389079" y="634105"/>
              <a:ext cx="31572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Use it in Landscape mode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6773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10C3B-8773-A4FC-AA22-7459F146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3FC8DCD-008F-84ED-60F6-7F8C61374183}"/>
              </a:ext>
            </a:extLst>
          </p:cNvPr>
          <p:cNvGrpSpPr/>
          <p:nvPr/>
        </p:nvGrpSpPr>
        <p:grpSpPr>
          <a:xfrm>
            <a:off x="4347713" y="406664"/>
            <a:ext cx="3240000" cy="5760000"/>
            <a:chOff x="4347713" y="406664"/>
            <a:chExt cx="3240000" cy="576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64C3671-0C84-CC83-40F8-754CC98C047C}"/>
                </a:ext>
              </a:extLst>
            </p:cNvPr>
            <p:cNvSpPr/>
            <p:nvPr/>
          </p:nvSpPr>
          <p:spPr>
            <a:xfrm>
              <a:off x="4347713" y="406664"/>
              <a:ext cx="3240000" cy="576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6957F3-D851-090D-E550-D405D1C8E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38" r="6938"/>
            <a:stretch/>
          </p:blipFill>
          <p:spPr>
            <a:xfrm rot="21356000">
              <a:off x="4704221" y="694424"/>
              <a:ext cx="2613244" cy="5132716"/>
            </a:xfrm>
            <a:prstGeom prst="roundRect">
              <a:avLst>
                <a:gd name="adj" fmla="val 9196"/>
              </a:avLst>
            </a:prstGeom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152400" dist="12000" dir="900000" sy="98000" kx="110000" ky="200000" algn="tl" rotWithShape="0">
                <a:srgbClr val="000000">
                  <a:alpha val="30000"/>
                </a:srgbClr>
              </a:outerShdw>
            </a:effectLst>
            <a:scene3d>
              <a:camera prst="perspectiveRelaxed">
                <a:rot lat="19800000" lon="1200000" rev="20820000"/>
              </a:camera>
              <a:lightRig rig="threePt" dir="t"/>
            </a:scene3d>
            <a:sp3d contourW="6350" prstMaterial="matte">
              <a:bevelT w="101600" h="101600"/>
              <a:contourClr>
                <a:srgbClr val="969696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C23986-4C63-292E-BEA0-C713222B4D31}"/>
                </a:ext>
              </a:extLst>
            </p:cNvPr>
            <p:cNvSpPr txBox="1"/>
            <p:nvPr/>
          </p:nvSpPr>
          <p:spPr>
            <a:xfrm>
              <a:off x="4389079" y="569465"/>
              <a:ext cx="315726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Aharoni" panose="020F0502020204030204" pitchFamily="2" charset="-79"/>
                </a:rPr>
                <a:t>If your phone supports, then open multiple instances of its own calculator in the recent apps</a:t>
              </a:r>
              <a:endParaRPr lang="en-IN"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haroni" panose="020F0502020204030204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13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65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Kartikeya Menon</dc:creator>
  <cp:lastModifiedBy>Kartikeya Menon</cp:lastModifiedBy>
  <cp:revision>5</cp:revision>
  <dcterms:created xsi:type="dcterms:W3CDTF">2026-09-06T16:40:40Z</dcterms:created>
  <dcterms:modified xsi:type="dcterms:W3CDTF">2026-09-06T17:29:58Z</dcterms:modified>
</cp:coreProperties>
</file>